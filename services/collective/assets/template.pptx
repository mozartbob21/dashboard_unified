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7570" r:id="rId2"/>
    <p:sldId id="7573" r:id="rId3"/>
    <p:sldId id="7589" r:id="rId4"/>
    <p:sldId id="75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BAE7"/>
    <a:srgbClr val="D7D7D7"/>
    <a:srgbClr val="00B0F0"/>
    <a:srgbClr val="5B9BD5"/>
    <a:srgbClr val="69B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  <a:tblStyle styleId="{8799B23B-EC83-4686-B30A-512413B5E67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28" autoAdjust="0"/>
    <p:restoredTop sz="96395" autoAdjust="0"/>
  </p:normalViewPr>
  <p:slideViewPr>
    <p:cSldViewPr snapToGrid="0">
      <p:cViewPr varScale="1">
        <p:scale>
          <a:sx n="112" d="100"/>
          <a:sy n="112" d="100"/>
        </p:scale>
        <p:origin x="9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ED98A9F3-8ED6-4FCF-8049-8E70338EF6F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CE4A707-1B94-4CBF-ADB4-BE0476D1827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A8DD030-270E-44CF-A3A2-CBBE04ED8490}" type="datetime1">
              <a:rPr lang="ru-RU"/>
              <a:pPr lvl="0"/>
              <a:t>02.10.2026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xmlns="" id="{B4391BD3-E111-496F-9CB7-79A7AD243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xmlns="" id="{B0AA0038-5FFF-4712-B82A-3085949D297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BD32BFB-AE18-4328-8456-2891498CC09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4422633-DB61-4B04-84D6-48C2100F2C2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3AB3C29-5344-4253-B993-4E4BA0E81BF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6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3" y="1122362"/>
            <a:ext cx="9144000" cy="238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3" y="3602042"/>
            <a:ext cx="9144000" cy="165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1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9492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Заголовок раздела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831847" y="4589466"/>
            <a:ext cx="10515600" cy="150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 sz="2400">
                <a:solidFill>
                  <a:srgbClr val="898989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5655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Два объекта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838203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838202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6172200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309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Сравнение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839784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839784" y="1681161"/>
            <a:ext cx="5157781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400" b="1"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839784" y="2505071"/>
            <a:ext cx="5157781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6172200" y="1681161"/>
            <a:ext cx="5183184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400" b="1"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6172200" y="2505071"/>
            <a:ext cx="5183184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58018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Только заголовок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838203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64853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Пустой слайд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91373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Объект с подписью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2000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5911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Рисунок с подписью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5860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Заголовок и вертикальный текст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838203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3920335" y="-1256505"/>
            <a:ext cx="4351336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5183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Вертикальный заголовок и текст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7133436" y="1956596"/>
            <a:ext cx="5811835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799435" y="-596103"/>
            <a:ext cx="5811835" cy="773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828754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9689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15440" y="348840"/>
            <a:ext cx="113583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15440" y="1536480"/>
            <a:ext cx="11358360" cy="455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0A3C78D-03ED-4888-B7AD-E483C7287BE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13977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3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382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8603" y="6356352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0603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1938067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3" descr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2"/>
          <p:cNvSpPr/>
          <p:nvPr/>
        </p:nvSpPr>
        <p:spPr>
          <a:xfrm>
            <a:off x="466515" y="3523687"/>
            <a:ext cx="73843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3600" b="1" strike="noStrike" spc="-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Коллективные обращения</a:t>
            </a:r>
            <a:endParaRPr lang="ru-RU" sz="3600" b="0" strike="noStrike" spc="-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llective_period"/>
          <p:cNvSpPr/>
          <p:nvPr/>
        </p:nvSpPr>
        <p:spPr>
          <a:xfrm>
            <a:off x="466515" y="4168564"/>
            <a:ext cx="11725483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t>Свод</a:t>
            </a:r>
          </a:p>
        </p:txBody>
      </p:sp>
    </p:spTree>
    <p:extLst>
      <p:ext uri="{BB962C8B-B14F-4D97-AF65-F5344CB8AC3E}">
        <p14:creationId xmlns:p14="http://schemas.microsoft.com/office/powerpoint/2010/main" val="69378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llective_brand_stripe">
            <a:extLst>
              <a:ext uri="{FF2B5EF4-FFF2-40B4-BE49-F238E27FC236}">
                <a16:creationId xmlns:a16="http://schemas.microsoft.com/office/drawing/2014/main" xmlns="" id="{01205505-20CC-09AD-992B-7C58E9666887}"/>
              </a:ext>
            </a:extLst>
          </p:cNvPr>
          <p:cNvSpPr/>
          <p:nvPr/>
        </p:nvSpPr>
        <p:spPr>
          <a:xfrm rot="5400000">
            <a:off x="8444019" y="3110020"/>
            <a:ext cx="6860555" cy="63540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D6032"/>
              </a:gs>
              <a:gs pos="100000">
                <a:srgbClr val="4CA33E"/>
              </a:gs>
            </a:gsLst>
            <a:lin ang="2700000" scaled="0"/>
          </a:gradFill>
          <a:ln>
            <a:noFill/>
          </a:ln>
        </p:spPr>
        <p:txBody>
          <a:bodyPr spcFirstLastPara="1" wrap="square" lIns="24683" tIns="12338" rIns="24683" bIns="12338" anchor="ctr" anchorCtr="0">
            <a:noAutofit/>
          </a:bodyPr>
          <a:lstStyle/>
          <a:p>
            <a:pPr marL="108000" algn="l">
              <a:buClr>
                <a:srgbClr val="000000"/>
              </a:buClr>
              <a:buSzPts val="1800"/>
            </a:pPr>
            <a:endParaRPr lang="ru-RU" sz="24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" name="collective_page"/>
          <p:cNvSpPr/>
          <p:nvPr/>
        </p:nvSpPr>
        <p:spPr>
          <a:xfrm>
            <a:off x="11725258" y="6436422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/>
        </p:txBody>
      </p:sp>
      <p:sp>
        <p:nvSpPr>
          <p:cNvPr id="9" name="collective_title">
            <a:extLst>
              <a:ext uri="{FF2B5EF4-FFF2-40B4-BE49-F238E27FC236}">
                <a16:creationId xmlns:a16="http://schemas.microsoft.com/office/drawing/2014/main" xmlns="" id="{E7621DCE-AA24-5CC2-9B7A-2279E0409BFA}"/>
              </a:ext>
            </a:extLst>
          </p:cNvPr>
          <p:cNvSpPr/>
          <p:nvPr/>
        </p:nvSpPr>
        <p:spPr>
          <a:xfrm>
            <a:off x="142301" y="132454"/>
            <a:ext cx="11284155" cy="48342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D6032"/>
              </a:gs>
              <a:gs pos="100000">
                <a:srgbClr val="4CA33E"/>
              </a:gs>
            </a:gsLst>
            <a:lin ang="2700000" scaled="0"/>
          </a:gradFill>
          <a:ln>
            <a:noFill/>
          </a:ln>
        </p:spPr>
        <p:txBody>
          <a:bodyPr spcFirstLastPara="1" wrap="square" lIns="24683" tIns="12339" rIns="24683" bIns="12339" anchor="ctr" anchorCtr="0">
            <a:noAutofit/>
          </a:bodyPr>
          <a:lstStyle/>
          <a:p>
            <a:r>
              <a:t>Коллективные обращения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C99A2A38-59F6-6169-1EBD-E833CF9D3E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676014" y="132450"/>
            <a:ext cx="396564" cy="666750"/>
          </a:xfrm>
          <a:prstGeom prst="rect">
            <a:avLst/>
          </a:prstGeom>
        </p:spPr>
      </p:pic>
      <p:graphicFrame>
        <p:nvGraphicFramePr>
          <p:cNvPr id="13" name="collective_tota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91032"/>
              </p:ext>
            </p:extLst>
          </p:nvPr>
        </p:nvGraphicFramePr>
        <p:xfrm>
          <a:off x="142300" y="799200"/>
          <a:ext cx="11284156" cy="2168358"/>
        </p:xfrm>
        <a:graphic>
          <a:graphicData uri="http://schemas.openxmlformats.org/drawingml/2006/table">
            <a:tbl>
              <a:tblPr/>
              <a:tblGrid>
                <a:gridCol w="1574357">
                  <a:extLst>
                    <a:ext uri="{9D8B030D-6E8A-4147-A177-3AD203B41FA5}">
                      <a16:colId xmlns:a16="http://schemas.microsoft.com/office/drawing/2014/main" xmlns="" val="1646718413"/>
                    </a:ext>
                  </a:extLst>
                </a:gridCol>
                <a:gridCol w="4649637">
                  <a:extLst>
                    <a:ext uri="{9D8B030D-6E8A-4147-A177-3AD203B41FA5}">
                      <a16:colId xmlns:a16="http://schemas.microsoft.com/office/drawing/2014/main" xmlns="" val="792188316"/>
                    </a:ext>
                  </a:extLst>
                </a:gridCol>
                <a:gridCol w="2044461">
                  <a:extLst>
                    <a:ext uri="{9D8B030D-6E8A-4147-A177-3AD203B41FA5}">
                      <a16:colId xmlns:a16="http://schemas.microsoft.com/office/drawing/2014/main" xmlns="" val="2077654746"/>
                    </a:ext>
                  </a:extLst>
                </a:gridCol>
                <a:gridCol w="3015701">
                  <a:extLst>
                    <a:ext uri="{9D8B030D-6E8A-4147-A177-3AD203B41FA5}">
                      <a16:colId xmlns:a16="http://schemas.microsoft.com/office/drawing/2014/main" xmlns="" val="4173832101"/>
                    </a:ext>
                  </a:extLst>
                </a:gridCol>
              </a:tblGrid>
              <a:tr h="622276">
                <a:tc gridSpan="4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6328557"/>
                  </a:ext>
                </a:extLst>
              </a:tr>
              <a:tr h="544015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7558984"/>
                  </a:ext>
                </a:extLst>
              </a:tr>
              <a:tr h="1002067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3885399"/>
                  </a:ext>
                </a:extLst>
              </a:tr>
            </a:tbl>
          </a:graphicData>
        </a:graphic>
      </p:graphicFrame>
      <p:graphicFrame>
        <p:nvGraphicFramePr>
          <p:cNvPr id="14" name="collective_the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594587"/>
              </p:ext>
            </p:extLst>
          </p:nvPr>
        </p:nvGraphicFramePr>
        <p:xfrm>
          <a:off x="142300" y="2882819"/>
          <a:ext cx="11284155" cy="3690975"/>
        </p:xfrm>
        <a:graphic>
          <a:graphicData uri="http://schemas.openxmlformats.org/drawingml/2006/table">
            <a:tbl>
              <a:tblPr/>
              <a:tblGrid>
                <a:gridCol w="3761385">
                  <a:extLst>
                    <a:ext uri="{9D8B030D-6E8A-4147-A177-3AD203B41FA5}">
                      <a16:colId xmlns:a16="http://schemas.microsoft.com/office/drawing/2014/main" xmlns="" val="1646718413"/>
                    </a:ext>
                  </a:extLst>
                </a:gridCol>
                <a:gridCol w="3761385">
                  <a:extLst>
                    <a:ext uri="{9D8B030D-6E8A-4147-A177-3AD203B41FA5}">
                      <a16:colId xmlns:a16="http://schemas.microsoft.com/office/drawing/2014/main" xmlns="" val="792188316"/>
                    </a:ext>
                  </a:extLst>
                </a:gridCol>
                <a:gridCol w="3761385">
                  <a:extLst>
                    <a:ext uri="{9D8B030D-6E8A-4147-A177-3AD203B41FA5}">
                      <a16:colId xmlns:a16="http://schemas.microsoft.com/office/drawing/2014/main" xmlns="" val="1891943241"/>
                    </a:ext>
                  </a:extLst>
                </a:gridCol>
              </a:tblGrid>
              <a:tr h="900759">
                <a:tc gridSpan="3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371" marR="6371" marT="637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6328557"/>
                  </a:ext>
                </a:extLst>
              </a:tr>
              <a:tr h="930072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7558984"/>
                  </a:ext>
                </a:extLst>
              </a:tr>
              <a:tr h="930072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3885399"/>
                  </a:ext>
                </a:extLst>
              </a:tr>
              <a:tr h="930072"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702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40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llective_brand_stripe">
            <a:extLst>
              <a:ext uri="{FF2B5EF4-FFF2-40B4-BE49-F238E27FC236}">
                <a16:creationId xmlns:a16="http://schemas.microsoft.com/office/drawing/2014/main" xmlns="" id="{01205505-20CC-09AD-992B-7C58E9666887}"/>
              </a:ext>
            </a:extLst>
          </p:cNvPr>
          <p:cNvSpPr/>
          <p:nvPr/>
        </p:nvSpPr>
        <p:spPr>
          <a:xfrm rot="5400000">
            <a:off x="8444019" y="3110020"/>
            <a:ext cx="6860555" cy="63540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D6032"/>
              </a:gs>
              <a:gs pos="100000">
                <a:srgbClr val="4CA33E"/>
              </a:gs>
            </a:gsLst>
            <a:lin ang="2700000" scaled="0"/>
          </a:gradFill>
          <a:ln>
            <a:noFill/>
          </a:ln>
        </p:spPr>
        <p:txBody>
          <a:bodyPr spcFirstLastPara="1" wrap="square" lIns="24683" tIns="12338" rIns="24683" bIns="12338" anchor="ctr" anchorCtr="0">
            <a:noAutofit/>
          </a:bodyPr>
          <a:lstStyle/>
          <a:p>
            <a:pPr marL="108000" algn="l">
              <a:buClr>
                <a:srgbClr val="000000"/>
              </a:buClr>
              <a:buSzPts val="1800"/>
            </a:pPr>
            <a:endParaRPr lang="ru-RU" sz="24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graphicFrame>
        <p:nvGraphicFramePr>
          <p:cNvPr id="55" name="collective_rows"/>
          <p:cNvGraphicFramePr/>
          <p:nvPr>
            <p:extLst>
              <p:ext uri="{D42A27DB-BD31-4B8C-83A1-F6EECF244321}">
                <p14:modId xmlns:p14="http://schemas.microsoft.com/office/powerpoint/2010/main" val="4134327109"/>
              </p:ext>
            </p:extLst>
          </p:nvPr>
        </p:nvGraphicFramePr>
        <p:xfrm>
          <a:off x="77674" y="105438"/>
          <a:ext cx="11311069" cy="6610851"/>
        </p:xfrm>
        <a:graphic>
          <a:graphicData uri="http://schemas.openxmlformats.org/drawingml/2006/table">
            <a:tbl>
              <a:tblPr/>
              <a:tblGrid>
                <a:gridCol w="1260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1149">
                  <a:extLst>
                    <a:ext uri="{9D8B030D-6E8A-4147-A177-3AD203B41FA5}">
                      <a16:colId xmlns:a16="http://schemas.microsoft.com/office/drawing/2014/main" xmlns="" val="388146153"/>
                    </a:ext>
                  </a:extLst>
                </a:gridCol>
                <a:gridCol w="29304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387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989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000" b="1" strike="noStrike" spc="-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ОМСУ</a:t>
                      </a:r>
                      <a:endParaRPr lang="ru-RU" sz="1000" b="0" strike="noStrike" spc="-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000" b="1" strike="noStrike" spc="-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Подписей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000" b="1" strike="noStrike" spc="-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Краткое содержание</a:t>
                      </a:r>
                      <a:endParaRPr lang="ru-RU" sz="1000" b="0" strike="noStrike" spc="-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000" b="1" strike="noStrike" spc="-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Актуальный</a:t>
                      </a:r>
                      <a:r>
                        <a:rPr lang="ru-RU" sz="1000" b="1" strike="noStrike" spc="-1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 с</a:t>
                      </a:r>
                      <a:r>
                        <a:rPr lang="ru-RU" sz="1000" b="1" strike="noStrike" spc="-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татус</a:t>
                      </a:r>
                      <a:endParaRPr lang="ru-RU" sz="1000" b="0" strike="noStrike" spc="-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B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40922">
                <a:tc>
                  <a:txBody>
                    <a:bodyPr/>
                    <a:lstStyle/>
                    <a:p/>
                  </a:txBody>
                  <a:tcPr marL="7560" marR="75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2000" marR="7200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2000" marR="7200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2" name="collective_page"/>
          <p:cNvSpPr/>
          <p:nvPr/>
        </p:nvSpPr>
        <p:spPr>
          <a:xfrm>
            <a:off x="11725258" y="6436422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/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C99A2A38-59F6-6169-1EBD-E833CF9D3E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676014" y="132450"/>
            <a:ext cx="396564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1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/>
          <p:nvPr/>
        </p:nvSpPr>
        <p:spPr>
          <a:xfrm>
            <a:off x="456992" y="2671714"/>
            <a:ext cx="7384320" cy="15066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ru-RU" sz="4800" b="1" strike="noStrike" spc="-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</a:pPr>
            <a:r>
              <a:rPr lang="ru-RU" sz="4400" b="1" strike="noStrike" spc="-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  <a:endParaRPr lang="ru-RU" sz="4400" b="0" strike="noStrike" spc="-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3" descr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 2"/>
          <p:cNvSpPr txBox="1"/>
          <p:nvPr/>
        </p:nvSpPr>
        <p:spPr>
          <a:xfrm>
            <a:off x="506605" y="4561323"/>
            <a:ext cx="9256163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377">
              <a:defRPr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Спасибо</a:t>
            </a:r>
          </a:p>
          <a:p>
            <a:pPr defTabSz="914377">
              <a:defRPr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387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9437</TotalTime>
  <Words>696</Words>
  <Application>Microsoft Office PowerPoint</Application>
  <PresentationFormat>Широкоэкранный</PresentationFormat>
  <Paragraphs>220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 ExtraBold</vt:lpstr>
      <vt:lpstr>Montserrat Medium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Коллективные обращения</dc:title>
  <dc:creator>Нейрона ИИ</dc:creator>
  <cp:lastModifiedBy>Нейрона ИИ</cp:lastModifiedBy>
  <cp:revision>1149</cp:revision>
  <dcterms:created xsi:type="dcterms:W3CDTF">2025-08-09T09:25:12Z</dcterms:created>
  <dcterms:modified xsi:type="dcterms:W3CDTF">2026-10-02T12:58:16Z</dcterms:modified>
  <dc:subject>Шаблон из пользовательского архива, примеры обращений удалены</dc:subject>
</cp:coreProperties>
</file>